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Bounds &amp; Proofs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Classification with Relative Approximations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4 — Why the algorithms are near-optimal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Exact case: ε = 0 needs Ω(n) probes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8221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Constant-ratio lower bound (Thm 13)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1696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Arbitrary ε lower bound: Ω(w/ε²) (Thm 14)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5171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Synthesis: matching upper &amp; lower bounds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What We Know So Far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upper bounds leave a question — are they tight?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10312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10312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463040" cy="256032"/>
          </a:xfrm>
          <a:prstGeom prst="rect">
            <a:avLst/>
          </a:prstGeom>
          <a:solidFill>
            <a:srgbClr val="6C8C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 Algorithm (Thm 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Expected error ≤ 2k*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Expected cost: O(w · Log(n/w))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Simple random-probe-and-eliminate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Ratio 2 is tight for RPE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210312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71600"/>
            <a:ext cx="54864" cy="210312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463040"/>
            <a:ext cx="1463040" cy="256032"/>
          </a:xfrm>
          <a:prstGeom prst="rect">
            <a:avLst/>
          </a:prstGeom>
          <a:solidFill>
            <a:srgbClr val="6C8C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Coreset Algorithm (Thm 6)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Error ≤ (1+ε)k*  w.h.p.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Cost: O(w/ε² · Log(n/w) · log n)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Relative-comparison coreset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Works for any ε &gt; 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749040"/>
            <a:ext cx="6400800" cy="109728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0" y="3749040"/>
            <a:ext cx="54864" cy="10972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840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14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do better than these costs? Or are these algorithms near-optimal? We need lower bounds to answer this.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Optimality Needs Ω(n) Probes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9144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87552"/>
            <a:ext cx="1463040" cy="256032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87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algorithm that finds an optimal monotone classifier (error = k*) with probability &gt; 2/3 must probe Ω(n) elements in expectation — even in 1D, even if k* is known.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Family Construction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 elements into n/2 pairs: (1,2), (3,4), …, (n−1, 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pair: odd element = +1, even element = −1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has exactly one anomaly pair — both elements share the same label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822960" cy="10058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383280"/>
            <a:ext cx="54864" cy="1005840"/>
          </a:xfrm>
          <a:prstGeom prst="rect">
            <a:avLst/>
          </a:prstGeom>
          <a:solidFill>
            <a:srgbClr val="2D3154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6152" y="3547872"/>
            <a:ext cx="201168" cy="20116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152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16152" y="384048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1216152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−1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3383280"/>
            <a:ext cx="822960" cy="10058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74520" y="3383280"/>
            <a:ext cx="54864" cy="1005840"/>
          </a:xfrm>
          <a:prstGeom prst="rect">
            <a:avLst/>
          </a:prstGeom>
          <a:solidFill>
            <a:srgbClr val="2D3154"/>
          </a:solidFill>
          <a:ln/>
        </p:spPr>
      </p:sp>
      <p:sp>
        <p:nvSpPr>
          <p:cNvPr id="19" name="Shape 17"/>
          <p:cNvSpPr/>
          <p:nvPr/>
        </p:nvSpPr>
        <p:spPr>
          <a:xfrm>
            <a:off x="2176272" y="3547872"/>
            <a:ext cx="201168" cy="20116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2176272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76272" y="384048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2176272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−1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7452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0" y="3657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…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794760" y="3383280"/>
            <a:ext cx="822960" cy="10058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94760" y="3383280"/>
            <a:ext cx="54864" cy="1005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4096512" y="3547872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4096512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117"/>
                </a:solidFill>
              </a:rPr>
              <a:t>−1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96512" y="3840480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4096512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117"/>
                </a:solidFill>
              </a:rPr>
              <a:t>−1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9476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657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…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715000" y="3383280"/>
            <a:ext cx="822960" cy="10058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15000" y="3383280"/>
            <a:ext cx="54864" cy="1005840"/>
          </a:xfrm>
          <a:prstGeom prst="rect">
            <a:avLst/>
          </a:prstGeom>
          <a:solidFill>
            <a:srgbClr val="2D3154"/>
          </a:solidFill>
          <a:ln/>
        </p:spPr>
      </p:sp>
      <p:sp>
        <p:nvSpPr>
          <p:cNvPr id="35" name="Shape 33"/>
          <p:cNvSpPr/>
          <p:nvPr/>
        </p:nvSpPr>
        <p:spPr>
          <a:xfrm>
            <a:off x="6016752" y="3547872"/>
            <a:ext cx="201168" cy="20116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36" name="Text 34"/>
          <p:cNvSpPr/>
          <p:nvPr/>
        </p:nvSpPr>
        <p:spPr>
          <a:xfrm>
            <a:off x="6016752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16752" y="384048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8" name="Text 36"/>
          <p:cNvSpPr/>
          <p:nvPr/>
        </p:nvSpPr>
        <p:spPr>
          <a:xfrm>
            <a:off x="6016752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−1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1500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n/2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= n/2 − 1 for every input. The algorithm must find the anomaly to output the optimal classifier.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Ω(n): Deterministic to Randomized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the problem through counting and Yao’s minimax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77724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35608"/>
            <a:ext cx="347472" cy="347472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monotone classifier is optimal for both P₋₁(i) and P₊₁(i). Must find and identify the anomaly.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54864" cy="77724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350008"/>
            <a:ext cx="347472" cy="347472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labels boost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A: probing one element in a pair reveals both labels for free. Lower bound still holds.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54864" cy="77724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264408"/>
            <a:ext cx="347472" cy="347472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11 (counting)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A_det probes pairs x₁,...,x_t in sequence. If family-err ≤ cn/2, then family-cost ≥ n²(1−c²)/4.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178808"/>
            <a:ext cx="347472" cy="347472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Yao’s minimax → Corollary 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randomized algorithm with family-err &lt; n/3 has E[family-cost] = Ω(n²). Since |P| = n, at least one input needs Ω(n) probes.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11: The Counting Argument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deterministic algorithm errs on few inputs, it must probe many pairs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A_det probes a fixed sequence of pairs: x₁, x₂, ..., x_t. It stops when it hits the anomaly, or outputs a fixed classifier h_det.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C8CFF"/>
                          </a:solidFill>
                        </a:rPr>
                        <a:t>Input 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C8CFF"/>
                          </a:solidFill>
                        </a:rPr>
                        <a:t>Anomaly pair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C8CFF"/>
                          </a:solidFill>
                        </a:rPr>
                        <a:t>Probes used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i ∉ {x₁,...,x_t}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Never found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t probes each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i = x_j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Found at position j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j probes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880360"/>
            <a:ext cx="54864" cy="4572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03120" y="2953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family-err ≥ n/2 − t   (must fail on P₋₁(i) or P₊₁(i) for un-probed i)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429000"/>
            <a:ext cx="54864" cy="45720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502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03120" y="3502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family-cost = 2t(n/2 − t) + 2Σj = nt − t² + 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977640"/>
            <a:ext cx="54864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050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103120" y="4050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family-err ≤ cn/2  ⇒  t ≥ n(1−c)/2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371600" y="4434840"/>
            <a:ext cx="54864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44805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 ∈ [n(1−c)/2, n/2]:   family-cost ≥ nt − t² ≥ n²(1−c²)/4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for Constant Approximation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8229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41832"/>
            <a:ext cx="1463040" cy="256032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41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constant c ≥ 1, any algorithm guaranteeing expected error ≤ c·k* must probe Ω(w′ · Log(n′/w′)) elements in expectation.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18288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54864" cy="18288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Dummy Points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realizable hard family (w′ boxes, each with n′/w′ points).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2ck dummy points between consecutive points. Add a dummy box with 2k points (forces k* = k).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non-dummy point surrounded by ck dummy points with matching labels.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931920" cy="18288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920240"/>
            <a:ext cx="54864" cy="1828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to Realizable Case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algorithm misclassifies any non-dummy point, it misclassifies ≥ ck+1 points → violates c·k* guarantee.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algorithm must correctly classify all non-dummy points.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Inherits the Ω(w′ Log(n′/w′)) lower bound from the realizable case.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w′ independent boxes + dummy box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251960"/>
            <a:ext cx="914400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6C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51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4251960"/>
            <a:ext cx="914400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6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251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…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80560" y="4251960"/>
            <a:ext cx="914400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6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251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B_w′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+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0" y="4251960"/>
            <a:ext cx="914400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4251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for Arbitrary 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7772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41832"/>
            <a:ext cx="1463040" cy="256032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41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0 &lt; ε ≤ 1/10, any algorithm guaranteeing expected error (1+ε)k* must probe Ω(w/ε²) elements. Holds in d = 2.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Input Construction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n/w points at each of w locations x₁,...,x_w (no dominance). Each location gets a random bias μ[i] ∈ {μ₁, μ₂}.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914400" cy="118872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651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19072" y="292608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Shape 11"/>
          <p:cNvSpPr/>
          <p:nvPr/>
        </p:nvSpPr>
        <p:spPr>
          <a:xfrm>
            <a:off x="1719072" y="30906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719072" y="325526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Shape 13"/>
          <p:cNvSpPr/>
          <p:nvPr/>
        </p:nvSpPr>
        <p:spPr>
          <a:xfrm>
            <a:off x="1719072" y="3419856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1719072" y="3584448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794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2606040"/>
            <a:ext cx="914400" cy="118872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651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99232" y="2926080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999232" y="3090672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999232" y="3255264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999232" y="3419856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999232" y="3584448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794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2606040"/>
            <a:ext cx="914400" cy="118872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2651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79392" y="2926080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279392" y="30906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4279392" y="325526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1" name="Shape 29"/>
          <p:cNvSpPr/>
          <p:nvPr/>
        </p:nvSpPr>
        <p:spPr>
          <a:xfrm>
            <a:off x="4279392" y="3419856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279392" y="3584448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0" y="3794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…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492240" y="2606040"/>
            <a:ext cx="914400" cy="118872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651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39712" y="292608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8" name="Shape 36"/>
          <p:cNvSpPr/>
          <p:nvPr/>
        </p:nvSpPr>
        <p:spPr>
          <a:xfrm>
            <a:off x="6839712" y="3090672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839712" y="325526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0" name="Shape 38"/>
          <p:cNvSpPr/>
          <p:nvPr/>
        </p:nvSpPr>
        <p:spPr>
          <a:xfrm>
            <a:off x="6839712" y="3419856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839712" y="3584448"/>
            <a:ext cx="109728" cy="10972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3794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x_w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3931920" cy="82296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160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 = (1−γ)/2  slightly below 1/2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μ₂ = (1+γ)/2  slightly above 1/2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γ = 9ε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54880" y="4114800"/>
            <a:ext cx="3931920" cy="82296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4114800"/>
            <a:ext cx="54864" cy="8229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4160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difficulty: distinguishing μ₁ from μ₂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 = Θ(1/ε²) samples per location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(Anthony-Bartlett / Le Cam)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Sketch: Two Random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E[R₂] &gt; 1 + ε when the probe budget is too small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749040" cy="19202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92024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RP-1: All Labels Upfront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Sample μ ∈ {μ₁,μ₂}^w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Label every point with Pr[+1] = μ[i]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algorithm A on labeled 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Measure R₁ = err(h_A) / k*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645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D399"/>
                </a:solidFill>
              </a:rPr>
              <a:t>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69080" y="2011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E[R₁]=E[R₂]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3749040" cy="192024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097280"/>
            <a:ext cx="54864" cy="1920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RP-2: Labels On-Demand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Sample μ ∈ {μ₁,μ₂}^w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When A probes p, assign label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After A finishes, label remaining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Measure R₂ = err(h_A) / k*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402336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54864" cy="4023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552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32552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μ₁ from μ₂ with &gt; 2/3 prob needs M = Θ(1/ε²) samples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402336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54864" cy="402336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12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7124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budget wM/8, more than w/2 locations are “light” (probed &lt; M times)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8412480" cy="402336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14800"/>
            <a:ext cx="54864" cy="40233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69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41696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light location, algorithm guesses μ[i] wrong with prob &gt; 1/4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402336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572000"/>
            <a:ext cx="54864" cy="40233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6268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46268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wrong guess adds ≥ nγ/(2w) excess error ⇒ E[R₂] ≥ 1 + (153/144)ε &gt; 1 + 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Near-Optimality: The Full Picture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and lower bounds nearly match across all regimes of ε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292608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C8CFF"/>
                          </a:solidFill>
                        </a:rPr>
                        <a:t>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C8CFF"/>
                          </a:solidFill>
                        </a:rPr>
                        <a:t>Upper Bound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C8CFF"/>
                          </a:solidFill>
                        </a:rPr>
                        <a:t>Lower Bound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C8CFF"/>
                          </a:solidFill>
                        </a:rPr>
                        <a:t>Gap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</a:rPr>
                        <a:t>ε = 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O(n) — probe everything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Ω(n)  [Thm 10]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Tight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</a:rPr>
                        <a:t>constant c &gt;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O(w · Log(n/w))  [RPE]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Ω(w · Log(n/(k*+1)w))  [Thm 13]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Tight*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C8CFF"/>
                          </a:solidFill>
                        </a:rPr>
                        <a:t>any ε &gt; 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O(w/ε² · Log(n/w) · log n)  [Thm 6]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Ω(w/ε²)  [Thm 14]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</a:rPr>
                        <a:t>O(Log · log)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560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Tight when k* ≤ (n/w)^{1−δ} for any small constant δ &gt; 0.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3931920" cy="9144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953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 is Hopeless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2278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exact optimum requires reading essentially the entire input. No clever algorithm can avoid Ω(n) probes.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880360"/>
            <a:ext cx="3931920" cy="9144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880360"/>
            <a:ext cx="54864" cy="9144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953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w is the Right Parameter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32278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bounds scale with w, confirming dominance width captures intrinsic difficulty.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3931920" cy="9144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1/ε² Dependence is Necessary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279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Ω(w/ε²) lower bound shows the quadratic dependence on 1/ε is unavoidable.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931920"/>
            <a:ext cx="3931920" cy="9144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931920"/>
            <a:ext cx="54864" cy="914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Polylog Gap Remains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4279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 is O(Log(n/w) · log n). Closing it is an open problem.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Monotone Classification — Lower Bounds &amp; Proofs</dc:title>
  <dc:subject>PptxGenJS Presentation</dc:subject>
  <dc:creator>Chunk 4 — Lower Bounds</dc:creator>
  <cp:lastModifiedBy>Chunk 4 — Lower Bounds</cp:lastModifiedBy>
  <cp:revision>1</cp:revision>
  <dcterms:created xsi:type="dcterms:W3CDTF">2026-04-06T20:08:23Z</dcterms:created>
  <dcterms:modified xsi:type="dcterms:W3CDTF">2026-04-06T20:08:23Z</dcterms:modified>
</cp:coreProperties>
</file>